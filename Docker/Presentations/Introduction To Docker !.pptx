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2933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2925286"/>
            <a:ext cx="9144000" cy="158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14600" y="236220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5400" y="3045460"/>
            <a:ext cx="4013200" cy="428625"/>
          </a:xfrm>
        </p:spPr>
        <p:txBody>
          <a:bodyPr tIns="0" anchor="t">
            <a:noAutofit/>
          </a:bodyPr>
          <a:lstStyle>
            <a:lvl1pPr marL="0" indent="0" algn="ctr">
              <a:buNone/>
              <a:defRPr sz="1600" b="0" i="0" cap="none" spc="0" baseline="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65400" y="2397760"/>
            <a:ext cx="4013200" cy="599440"/>
          </a:xfrm>
          <a:noFill/>
          <a:ln>
            <a:noFill/>
          </a:ln>
        </p:spPr>
        <p:txBody>
          <a:bodyPr bIns="0" anchor="b"/>
          <a:lstStyle>
            <a:lvl1pPr>
              <a:defRPr>
                <a:effectLst>
                  <a:glow rad="88900">
                    <a:schemeClr val="tx1"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457200" y="2020824"/>
            <a:ext cx="8229600" cy="40751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922776"/>
            <a:ext cx="9144000" cy="2935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3921760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514600" y="3368040"/>
            <a:ext cx="4114800" cy="112776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pPr algn="ctr" defTabSz="914400" rtl="0" eaLnBrk="1" latinLnBrk="0" hangingPunct="1">
              <a:spcBef>
                <a:spcPts val="400"/>
              </a:spcBef>
              <a:buNone/>
            </a:pPr>
            <a:endParaRPr lang="en-US" sz="1800" b="1" kern="1200" cap="all" spc="0" baseline="0" smtClean="0">
              <a:solidFill>
                <a:schemeClr val="bg1"/>
              </a:solidFill>
              <a:latin typeface="+mj-lt"/>
              <a:ea typeface="+mj-ea"/>
              <a:cs typeface="Tunga" pitchFamily="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black">
          <a:xfrm>
            <a:off x="2529052" y="3367246"/>
            <a:ext cx="4085897" cy="706821"/>
          </a:xfrm>
          <a:prstGeom prst="rect">
            <a:avLst/>
          </a:prstGeom>
          <a:noFill/>
          <a:ln w="98425" cmpd="thinThick">
            <a:noFill/>
            <a:miter lim="800000"/>
          </a:ln>
        </p:spPr>
        <p:txBody>
          <a:bodyPr vert="horz" lIns="91440" tIns="45720" rIns="91440" bIns="0" rtlCol="0" anchor="b" anchorCtr="0">
            <a:normAutofit/>
          </a:bodyPr>
          <a:lstStyle>
            <a:lvl1pPr>
              <a:defRPr kumimoji="0" lang="en-US" sz="18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 bwMode="black">
          <a:xfrm>
            <a:off x="2518542" y="4084577"/>
            <a:ext cx="4106917" cy="397094"/>
          </a:xfrm>
        </p:spPr>
        <p:txBody>
          <a:bodyPr tIns="0" anchor="t" anchorCtr="0">
            <a:normAutofit/>
          </a:bodyPr>
          <a:lstStyle>
            <a:lvl1pPr marL="0" indent="0" algn="ctr">
              <a:buNone/>
              <a:def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020824"/>
            <a:ext cx="4023360" cy="40050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0"/>
          <p:cNvSpPr>
            <a:spLocks noGrp="1"/>
          </p:cNvSpPr>
          <p:nvPr>
            <p:ph sz="quarter" idx="13"/>
          </p:nvPr>
        </p:nvSpPr>
        <p:spPr>
          <a:xfrm>
            <a:off x="457201" y="2819400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Content Placeholder 30"/>
          <p:cNvSpPr>
            <a:spLocks noGrp="1"/>
          </p:cNvSpPr>
          <p:nvPr>
            <p:ph sz="quarter" idx="14"/>
          </p:nvPr>
        </p:nvSpPr>
        <p:spPr>
          <a:xfrm>
            <a:off x="4663440" y="2816352"/>
            <a:ext cx="4023360" cy="32095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kern="1200" cap="none" spc="200" baseline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63440" y="2020824"/>
            <a:ext cx="4023360" cy="704088"/>
          </a:xfrm>
          <a:noFill/>
          <a:ln w="98425" cmpd="thinThick">
            <a:noFill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1" i="0" kern="1200" cap="none" spc="200" baseline="0" dirty="0" smtClean="0">
                <a:solidFill>
                  <a:schemeClr val="tx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0"/>
          <p:cNvSpPr>
            <a:spLocks noGrp="1"/>
          </p:cNvSpPr>
          <p:nvPr>
            <p:ph sz="quarter" idx="14"/>
          </p:nvPr>
        </p:nvSpPr>
        <p:spPr>
          <a:xfrm>
            <a:off x="1485900" y="1914525"/>
            <a:ext cx="6172200" cy="35109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7360" y="5513832"/>
            <a:ext cx="5669280" cy="548640"/>
          </a:xfrm>
        </p:spPr>
        <p:txBody>
          <a:bodyPr vert="horz" lIns="91440" tIns="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None/>
              <a:defRPr lang="en-US" sz="1400" b="0" i="0" kern="1200" cap="none" spc="0" baseline="0" smtClean="0">
                <a:solidFill>
                  <a:schemeClr val="tx1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2209" y="2026918"/>
            <a:ext cx="5439582" cy="3263750"/>
          </a:xfrm>
          <a:solidFill>
            <a:schemeClr val="tx1"/>
          </a:solidFill>
          <a:ln w="69850" cmpd="dbl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 rtl="0" eaLnBrk="1" latinLnBrk="0" hangingPunct="1">
              <a:spcBef>
                <a:spcPts val="40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Tunga" pitchFamily="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1737360" y="5516880"/>
            <a:ext cx="5669280" cy="548640"/>
          </a:xfr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1400" b="0" i="0" kern="1200" cap="none" spc="30" baseline="0" smtClean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>
          <a:xfrm>
            <a:off x="2981325" y="273180"/>
            <a:ext cx="3181350" cy="292100"/>
          </a:xfrm>
        </p:spPr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>
          <a:xfrm>
            <a:off x="4038600" y="6172200"/>
            <a:ext cx="1066800" cy="304800"/>
          </a:xfrm>
        </p:spPr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>
          <a:xfrm>
            <a:off x="1447800" y="6486525"/>
            <a:ext cx="6248400" cy="2921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4267200" y="3429000"/>
            <a:ext cx="6858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 bwMode="hidden">
          <a:xfrm>
            <a:off x="0" y="1"/>
            <a:ext cx="769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6294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914401"/>
            <a:ext cx="92698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1335973"/>
            <a:ext cx="9144000" cy="5522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19301"/>
            <a:ext cx="8229600" cy="4117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81325" y="273180"/>
            <a:ext cx="318135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cap="all" spc="300" baseline="0">
                <a:solidFill>
                  <a:schemeClr val="tx1"/>
                </a:solidFill>
              </a:defRPr>
            </a:lvl1pPr>
          </a:lstStyle>
          <a:p>
            <a:fld id="{DFDD1BEB-36D9-41F1-97D4-112A94993DB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486525"/>
            <a:ext cx="62484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="0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8600" y="6172200"/>
            <a:ext cx="1066800" cy="3048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385F03F3-B355-4D6D-8D88-0E2C19460B7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1331436"/>
            <a:ext cx="9144000" cy="1588"/>
          </a:xfrm>
          <a:prstGeom prst="line">
            <a:avLst/>
          </a:prstGeom>
          <a:ln w="127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  <a:prstGeom prst="rect">
            <a:avLst/>
          </a:prstGeom>
          <a:solidFill>
            <a:schemeClr val="tx1"/>
          </a:solidFill>
          <a:ln w="76200" cmpd="thinThick">
            <a:solidFill>
              <a:schemeClr val="tx1"/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ts val="400"/>
        </a:spcBef>
        <a:buNone/>
        <a:defRPr sz="1800" b="1" kern="1200" cap="all" spc="0" baseline="0">
          <a:solidFill>
            <a:schemeClr val="bg1">
              <a:lumMod val="75000"/>
              <a:lumOff val="25000"/>
            </a:schemeClr>
          </a:solidFill>
          <a:effectLst/>
          <a:latin typeface="+mj-lt"/>
          <a:ea typeface="+mj-ea"/>
          <a:cs typeface="Tunga" pitchFamily="2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Tx/>
        <a:buNone/>
        <a:defRPr sz="2000" b="0" i="0" kern="1200" cap="none" spc="30" baseline="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Tahoma" pitchFamily="34" charset="0"/>
        </a:defRPr>
      </a:lvl3pPr>
      <a:lvl4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0" indent="0" algn="ctr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Tahoma" pitchFamily="34" charset="0"/>
        </a:defRPr>
      </a:lvl5pPr>
      <a:lvl6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Docker 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150" y="4191000"/>
            <a:ext cx="4029075" cy="24669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638800" y="3048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Noor Mustafa Rajpar bscs IBA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92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Docker?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362200"/>
            <a:ext cx="6088063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4192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Without Docker?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479" y="2438400"/>
            <a:ext cx="5811837" cy="28003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4674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Without Docker?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79" y="2514600"/>
            <a:ext cx="6316663" cy="28003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4180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86000"/>
            <a:ext cx="6516687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dirty="0" smtClean="0"/>
              <a:t>Solution ! Docker..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22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dirty="0" smtClean="0"/>
              <a:t>Solution ! Docker..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063" y="2100263"/>
            <a:ext cx="6364287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213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514600" y="975360"/>
            <a:ext cx="4114800" cy="701040"/>
          </a:xfrm>
        </p:spPr>
        <p:txBody>
          <a:bodyPr/>
          <a:lstStyle/>
          <a:p>
            <a:r>
              <a:rPr lang="en-US" dirty="0" smtClean="0"/>
              <a:t>Solution ! Docker..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2252663"/>
            <a:ext cx="6840537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5956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ckTie">
  <a:themeElements>
    <a:clrScheme name="BlackTie">
      <a:dk1>
        <a:srgbClr val="000000"/>
      </a:dk1>
      <a:lt1>
        <a:srgbClr val="FFFFFF"/>
      </a:lt1>
      <a:dk2>
        <a:srgbClr val="46464A"/>
      </a:dk2>
      <a:lt2>
        <a:srgbClr val="E3DCCF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Black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lackTi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20000"/>
              </a:schemeClr>
            </a:gs>
            <a:gs pos="30000">
              <a:schemeClr val="phClr">
                <a:tint val="61000"/>
                <a:satMod val="220000"/>
              </a:schemeClr>
            </a:gs>
            <a:gs pos="45000">
              <a:schemeClr val="phClr">
                <a:tint val="66000"/>
                <a:satMod val="240000"/>
              </a:schemeClr>
            </a:gs>
            <a:gs pos="55000">
              <a:schemeClr val="phClr">
                <a:tint val="66000"/>
                <a:satMod val="220000"/>
              </a:schemeClr>
            </a:gs>
            <a:gs pos="73000">
              <a:schemeClr val="phClr">
                <a:tint val="61000"/>
                <a:satMod val="220000"/>
              </a:schemeClr>
            </a:gs>
            <a:gs pos="100000">
              <a:schemeClr val="phClr">
                <a:tint val="45000"/>
                <a:satMod val="22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  <a:satMod val="110000"/>
              </a:schemeClr>
            </a:gs>
            <a:gs pos="30000">
              <a:schemeClr val="phClr">
                <a:shade val="90000"/>
                <a:satMod val="120000"/>
              </a:schemeClr>
            </a:gs>
            <a:gs pos="45000">
              <a:schemeClr val="phClr">
                <a:shade val="100000"/>
                <a:satMod val="128000"/>
              </a:schemeClr>
            </a:gs>
            <a:gs pos="55000">
              <a:schemeClr val="phClr">
                <a:shade val="100000"/>
                <a:satMod val="128000"/>
              </a:schemeClr>
            </a:gs>
            <a:gs pos="73000">
              <a:schemeClr val="phClr">
                <a:shade val="90000"/>
                <a:satMod val="120000"/>
              </a:schemeClr>
            </a:gs>
            <a:gs pos="100000">
              <a:schemeClr val="phClr">
                <a:shade val="63000"/>
                <a:satMod val="11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7150" dist="38100" dir="5400000" algn="br" rotWithShape="0">
              <a:srgbClr val="000000">
                <a:alpha val="5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1800000"/>
            </a:lightRig>
          </a:scene3d>
          <a:sp3d>
            <a:bevelT w="44450" h="3175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54</TotalTime>
  <Words>33</Words>
  <Application>Microsoft Office PowerPoint</Application>
  <PresentationFormat>On-screen Show (4:3)</PresentationFormat>
  <Paragraphs>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BlackTie</vt:lpstr>
      <vt:lpstr>Introduction To Docker !</vt:lpstr>
      <vt:lpstr>What Is Docker?</vt:lpstr>
      <vt:lpstr>Problem Without Docker?</vt:lpstr>
      <vt:lpstr>Problem Without Docker?</vt:lpstr>
      <vt:lpstr>Solution ! Docker..</vt:lpstr>
      <vt:lpstr>Solution ! Docker..</vt:lpstr>
      <vt:lpstr>Solution ! Docker..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Docker !</dc:title>
  <dc:creator>A.J Compute's</dc:creator>
  <cp:lastModifiedBy>A.J Compute's</cp:lastModifiedBy>
  <cp:revision>10</cp:revision>
  <dcterms:created xsi:type="dcterms:W3CDTF">2026-06-08T19:04:19Z</dcterms:created>
  <dcterms:modified xsi:type="dcterms:W3CDTF">2026-06-12T10:31:17Z</dcterms:modified>
</cp:coreProperties>
</file>