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55EE-5142-4F36-B679-9A6424625D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66E7B-BA0E-432B-B5AA-4602A6455DD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55EE-5142-4F36-B679-9A6424625D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66E7B-BA0E-432B-B5AA-4602A6455D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55EE-5142-4F36-B679-9A6424625D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09566E7B-BA0E-432B-B5AA-4602A6455DD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55EE-5142-4F36-B679-9A6424625D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66E7B-BA0E-432B-B5AA-4602A6455D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55EE-5142-4F36-B679-9A6424625D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66E7B-BA0E-432B-B5AA-4602A6455D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55EE-5142-4F36-B679-9A6424625D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66E7B-BA0E-432B-B5AA-4602A6455D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55EE-5142-4F36-B679-9A6424625D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66E7B-BA0E-432B-B5AA-4602A6455D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55EE-5142-4F36-B679-9A6424625D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66E7B-BA0E-432B-B5AA-4602A6455D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55EE-5142-4F36-B679-9A6424625D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66E7B-BA0E-432B-B5AA-4602A6455D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55EE-5142-4F36-B679-9A6424625D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66E7B-BA0E-432B-B5AA-4602A6455D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55EE-5142-4F36-B679-9A6424625D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66E7B-BA0E-432B-B5AA-4602A6455D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FE1D55EE-5142-4F36-B679-9A6424625DC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09566E7B-BA0E-432B-B5AA-4602A6455DD4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1981200"/>
            <a:ext cx="8915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How To Pull And Run Node.js Image in Docker ! 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791200" y="22860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Noor Mustafa Rajpar BSCs IBA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375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2157" y="685799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Step1:Open Docker Desktop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594" y="1752600"/>
            <a:ext cx="6832980" cy="2897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3802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2157" y="685799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Step2:Click on Search Bar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594" y="1752600"/>
            <a:ext cx="6832980" cy="2897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9738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2157" y="685799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Step3: Write Node.js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7626350" cy="440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2149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2157" y="685799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Step3: Click on Pull !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50" y="2320925"/>
            <a:ext cx="7531100" cy="221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9134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2157" y="685799"/>
            <a:ext cx="8915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u="sng" dirty="0" smtClean="0">
                <a:solidFill>
                  <a:schemeClr val="bg1"/>
                </a:solidFill>
              </a:rPr>
              <a:t>Step4: You can see Command is also visible for run!</a:t>
            </a:r>
            <a:endParaRPr lang="en-US" sz="4800" u="sng" dirty="0">
              <a:solidFill>
                <a:schemeClr val="bg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857" y="2352261"/>
            <a:ext cx="83820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163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2157" y="685799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u="sng" dirty="0" smtClean="0">
                <a:solidFill>
                  <a:schemeClr val="bg1"/>
                </a:solidFill>
              </a:rPr>
              <a:t>Step5:Dowloaded!</a:t>
            </a:r>
            <a:endParaRPr lang="en-US" sz="4800" u="sng" dirty="0">
              <a:solidFill>
                <a:schemeClr val="bg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36" y="2435087"/>
            <a:ext cx="9131300" cy="313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8553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2157" y="685799"/>
            <a:ext cx="8915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u="sng" dirty="0" smtClean="0">
                <a:solidFill>
                  <a:schemeClr val="bg1"/>
                </a:solidFill>
              </a:rPr>
              <a:t>Step6:we can check on images that file has been downloaded.</a:t>
            </a:r>
            <a:endParaRPr lang="en-US" sz="4800" u="sng" dirty="0">
              <a:solidFill>
                <a:schemeClr val="bg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02" y="2362200"/>
            <a:ext cx="8670157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4606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2157" y="685799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u="sng" dirty="0" smtClean="0">
                <a:solidFill>
                  <a:schemeClr val="bg1"/>
                </a:solidFill>
              </a:rPr>
              <a:t>Step7:Run The Image.</a:t>
            </a:r>
            <a:endParaRPr lang="en-US" sz="4800" u="sng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3400" y="2133600"/>
            <a:ext cx="617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Note: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bg1"/>
                </a:solidFill>
              </a:rPr>
              <a:t>When we run an image, it becomes a container. This means it is deployed into a containerized </a:t>
            </a:r>
            <a:r>
              <a:rPr lang="en-US" sz="2400" dirty="0" smtClean="0">
                <a:solidFill>
                  <a:schemeClr val="bg1"/>
                </a:solidFill>
              </a:rPr>
              <a:t>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9843" y="3733800"/>
            <a:ext cx="6172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Note: Now  Run That image . There are mainly two ways to run </a:t>
            </a:r>
            <a:r>
              <a:rPr lang="en-US" b="1" dirty="0" err="1" smtClean="0"/>
              <a:t>docker</a:t>
            </a:r>
            <a:r>
              <a:rPr lang="en-US" b="1" dirty="0" smtClean="0"/>
              <a:t> image. 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1: click on Run icon.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	</a:t>
            </a:r>
            <a:r>
              <a:rPr lang="en-US" sz="2400" b="1" dirty="0" smtClean="0">
                <a:solidFill>
                  <a:schemeClr val="bg1"/>
                </a:solidFill>
              </a:rPr>
              <a:t>it starts running and showing into the containers.</a:t>
            </a:r>
            <a:endParaRPr lang="en-US" sz="2400" dirty="0" smtClean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5029200"/>
            <a:ext cx="2654300" cy="59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0494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2157" y="0"/>
            <a:ext cx="8915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Step8:2</a:t>
            </a:r>
            <a:r>
              <a:rPr lang="en-US" sz="4800" baseline="30000" dirty="0" smtClean="0">
                <a:solidFill>
                  <a:schemeClr val="bg1"/>
                </a:solidFill>
              </a:rPr>
              <a:t>nd</a:t>
            </a:r>
            <a:r>
              <a:rPr lang="en-US" sz="4800" dirty="0" smtClean="0">
                <a:solidFill>
                  <a:schemeClr val="bg1"/>
                </a:solidFill>
              </a:rPr>
              <a:t> way to Run image using Terminal.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57" y="1569660"/>
            <a:ext cx="6959600" cy="2316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038600"/>
            <a:ext cx="7239000" cy="25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5942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2157" y="0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Step9: Custom Setting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90600"/>
            <a:ext cx="72390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8552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2157" y="0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Step9: Custom Setting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" y="990600"/>
            <a:ext cx="7086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1. Container name</a:t>
            </a:r>
          </a:p>
          <a:p>
            <a:r>
              <a:rPr lang="en-US" b="1" dirty="0">
                <a:solidFill>
                  <a:schemeClr val="bg1"/>
                </a:solidFill>
              </a:rPr>
              <a:t>What it is:</a:t>
            </a:r>
            <a:r>
              <a:rPr lang="en-US" dirty="0">
                <a:solidFill>
                  <a:schemeClr val="bg1"/>
                </a:solidFill>
              </a:rPr>
              <a:t> The custom name you want to give this specific running container instance.</a:t>
            </a:r>
          </a:p>
          <a:p>
            <a:r>
              <a:rPr lang="en-US" b="1" dirty="0">
                <a:solidFill>
                  <a:schemeClr val="bg1"/>
                </a:solidFill>
              </a:rPr>
              <a:t>What to do:</a:t>
            </a:r>
            <a:r>
              <a:rPr lang="en-US" dirty="0">
                <a:solidFill>
                  <a:schemeClr val="bg1"/>
                </a:solidFill>
              </a:rPr>
              <a:t> You can leave it blank. If you don't type anything, </a:t>
            </a:r>
            <a:r>
              <a:rPr lang="en-US" dirty="0" smtClean="0">
                <a:solidFill>
                  <a:schemeClr val="bg1"/>
                </a:solidFill>
              </a:rPr>
              <a:t>Dockers </a:t>
            </a:r>
            <a:r>
              <a:rPr lang="en-US" dirty="0">
                <a:solidFill>
                  <a:schemeClr val="bg1"/>
                </a:solidFill>
              </a:rPr>
              <a:t>will automatically generate a random, fun name for you (like determined_feynman or suspicious_shockley).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2891420"/>
            <a:ext cx="7010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2. Ports</a:t>
            </a:r>
          </a:p>
          <a:p>
            <a:r>
              <a:rPr lang="en-US" b="1" dirty="0">
                <a:solidFill>
                  <a:schemeClr val="bg1"/>
                </a:solidFill>
              </a:rPr>
              <a:t>What it is:</a:t>
            </a:r>
            <a:r>
              <a:rPr lang="en-US" dirty="0">
                <a:solidFill>
                  <a:schemeClr val="bg1"/>
                </a:solidFill>
              </a:rPr>
              <a:t> This maps a port on your local computer (Host) to a port inside the container so you can access applications (like a web server) via your browser.</a:t>
            </a:r>
          </a:p>
          <a:p>
            <a:r>
              <a:rPr lang="en-US" b="1" dirty="0">
                <a:solidFill>
                  <a:schemeClr val="bg1"/>
                </a:solidFill>
              </a:rPr>
              <a:t>What to do:</a:t>
            </a:r>
            <a:r>
              <a:rPr lang="en-US" dirty="0">
                <a:solidFill>
                  <a:schemeClr val="bg1"/>
                </a:solidFill>
              </a:rPr>
              <a:t> It currently says </a:t>
            </a:r>
            <a:r>
              <a:rPr lang="en-US" i="1" dirty="0">
                <a:solidFill>
                  <a:schemeClr val="bg1"/>
                </a:solidFill>
              </a:rPr>
              <a:t>"No ports exposed in this image"</a:t>
            </a:r>
            <a:r>
              <a:rPr lang="en-US" dirty="0">
                <a:solidFill>
                  <a:schemeClr val="bg1"/>
                </a:solidFill>
              </a:rPr>
              <a:t>. Since you are running a base Node.js image without a specified port script built into the Dockerfile, you don't need to change anything here.</a:t>
            </a:r>
          </a:p>
        </p:txBody>
      </p:sp>
    </p:spTree>
    <p:extLst>
      <p:ext uri="{BB962C8B-B14F-4D97-AF65-F5344CB8AC3E}">
        <p14:creationId xmlns:p14="http://schemas.microsoft.com/office/powerpoint/2010/main" val="277288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2157" y="0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u="sng" dirty="0" smtClean="0">
                <a:solidFill>
                  <a:schemeClr val="bg1"/>
                </a:solidFill>
              </a:rPr>
              <a:t>Step9: Custom Setting</a:t>
            </a:r>
            <a:endParaRPr lang="en-US" sz="4800" u="sng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" y="990600"/>
            <a:ext cx="5715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3. Volumes</a:t>
            </a:r>
          </a:p>
          <a:p>
            <a:r>
              <a:rPr lang="en-US" b="1" dirty="0">
                <a:solidFill>
                  <a:schemeClr val="bg1"/>
                </a:solidFill>
              </a:rPr>
              <a:t>What it is:</a:t>
            </a:r>
            <a:r>
              <a:rPr lang="en-US" dirty="0">
                <a:solidFill>
                  <a:schemeClr val="bg1"/>
                </a:solidFill>
              </a:rPr>
              <a:t> This links a folder on your actual computer (</a:t>
            </a:r>
            <a:r>
              <a:rPr lang="en-US" b="1" dirty="0">
                <a:solidFill>
                  <a:schemeClr val="bg1"/>
                </a:solidFill>
              </a:rPr>
              <a:t>Host path</a:t>
            </a:r>
            <a:r>
              <a:rPr lang="en-US" dirty="0">
                <a:solidFill>
                  <a:schemeClr val="bg1"/>
                </a:solidFill>
              </a:rPr>
              <a:t>) to a folder inside the </a:t>
            </a:r>
            <a:r>
              <a:rPr lang="en-US" dirty="0" err="1">
                <a:solidFill>
                  <a:schemeClr val="bg1"/>
                </a:solidFill>
              </a:rPr>
              <a:t>Docker</a:t>
            </a:r>
            <a:r>
              <a:rPr lang="en-US" dirty="0">
                <a:solidFill>
                  <a:schemeClr val="bg1"/>
                </a:solidFill>
              </a:rPr>
              <a:t> container (</a:t>
            </a:r>
            <a:r>
              <a:rPr lang="en-US" b="1" dirty="0">
                <a:solidFill>
                  <a:schemeClr val="bg1"/>
                </a:solidFill>
              </a:rPr>
              <a:t>Container path</a:t>
            </a:r>
            <a:r>
              <a:rPr lang="en-US" dirty="0">
                <a:solidFill>
                  <a:schemeClr val="bg1"/>
                </a:solidFill>
              </a:rPr>
              <a:t>). It allows your code changes on your computer to instantly sync inside the container without rebuilding it.</a:t>
            </a:r>
          </a:p>
          <a:p>
            <a:r>
              <a:rPr lang="en-US" b="1" dirty="0">
                <a:solidFill>
                  <a:schemeClr val="bg1"/>
                </a:solidFill>
              </a:rPr>
              <a:t>What to do:</a:t>
            </a:r>
            <a:r>
              <a:rPr lang="en-US" dirty="0">
                <a:solidFill>
                  <a:schemeClr val="bg1"/>
                </a:solidFill>
              </a:rPr>
              <a:t> Leave it blank for now unless you are specifically trying to mount your local project directory into the container.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0513" y="3733800"/>
            <a:ext cx="5715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4. Environment variables</a:t>
            </a:r>
          </a:p>
          <a:p>
            <a:r>
              <a:rPr lang="en-US" b="1" dirty="0">
                <a:solidFill>
                  <a:schemeClr val="bg1"/>
                </a:solidFill>
              </a:rPr>
              <a:t>What it is:</a:t>
            </a:r>
            <a:r>
              <a:rPr lang="en-US" dirty="0">
                <a:solidFill>
                  <a:schemeClr val="bg1"/>
                </a:solidFill>
              </a:rPr>
              <a:t> Configuration settings passed into the container at runtime (like NODE_ENV = production or API keys).</a:t>
            </a:r>
          </a:p>
          <a:p>
            <a:r>
              <a:rPr lang="en-US" b="1" dirty="0">
                <a:solidFill>
                  <a:schemeClr val="bg1"/>
                </a:solidFill>
              </a:rPr>
              <a:t>What to do:</a:t>
            </a:r>
            <a:r>
              <a:rPr lang="en-US" dirty="0">
                <a:solidFill>
                  <a:schemeClr val="bg1"/>
                </a:solidFill>
              </a:rPr>
              <a:t> Leave blank unless your Node application requires specific configuration keys to run.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5562600"/>
            <a:ext cx="43878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439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2157" y="0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u="sng" dirty="0" smtClean="0">
                <a:solidFill>
                  <a:schemeClr val="bg1"/>
                </a:solidFill>
              </a:rPr>
              <a:t>Step10: run The Command</a:t>
            </a:r>
            <a:endParaRPr lang="en-US" sz="4800" u="sng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90600"/>
            <a:ext cx="5562600" cy="279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85800" y="4191000"/>
            <a:ext cx="655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Note:</a:t>
            </a:r>
            <a:r>
              <a:rPr lang="en-US" dirty="0"/>
              <a:t> When you check your host system, it will show the version you have downloaded locally. However, when you check inside the </a:t>
            </a:r>
            <a:r>
              <a:rPr lang="en-US" dirty="0" err="1"/>
              <a:t>Docker</a:t>
            </a:r>
            <a:r>
              <a:rPr lang="en-US" dirty="0"/>
              <a:t> container, the Node version will be completely different!</a:t>
            </a:r>
          </a:p>
        </p:txBody>
      </p:sp>
    </p:spTree>
    <p:extLst>
      <p:ext uri="{BB962C8B-B14F-4D97-AF65-F5344CB8AC3E}">
        <p14:creationId xmlns:p14="http://schemas.microsoft.com/office/powerpoint/2010/main" val="310391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76200"/>
            <a:ext cx="8915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u="sng" dirty="0" smtClean="0">
                <a:solidFill>
                  <a:schemeClr val="bg1"/>
                </a:solidFill>
              </a:rPr>
              <a:t>Step10: </a:t>
            </a:r>
            <a:r>
              <a:rPr lang="en-US" sz="4800" u="sng" dirty="0" smtClean="0">
                <a:solidFill>
                  <a:schemeClr val="bg1"/>
                </a:solidFill>
              </a:rPr>
              <a:t>So  This Is How we can pull and push image.</a:t>
            </a:r>
            <a:endParaRPr lang="en-US" sz="4800" u="sng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765" y="1905000"/>
            <a:ext cx="7477056" cy="436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9181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2743200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solidFill>
                  <a:schemeClr val="bg1"/>
                </a:solidFill>
              </a:rPr>
              <a:t>Thank You !</a:t>
            </a:r>
            <a:endParaRPr lang="en-US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92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65</TotalTime>
  <Words>434</Words>
  <Application>Microsoft Office PowerPoint</Application>
  <PresentationFormat>On-screen Show (4:3)</PresentationFormat>
  <Paragraphs>34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Apex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A.J Compute's</dc:creator>
  <cp:lastModifiedBy>A.J Compute's</cp:lastModifiedBy>
  <cp:revision>28</cp:revision>
  <dcterms:created xsi:type="dcterms:W3CDTF">2026-06-12T19:28:38Z</dcterms:created>
  <dcterms:modified xsi:type="dcterms:W3CDTF">2026-06-20T05:06:23Z</dcterms:modified>
</cp:coreProperties>
</file>