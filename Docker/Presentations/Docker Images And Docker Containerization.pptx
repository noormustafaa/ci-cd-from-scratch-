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66C5B93B-EBFA-44C6-94BD-D001F67D59BC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47028AE7-4019-4179-9D0D-36799735BE7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 Images And Docker Containerization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19800" y="1524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 Noor Mustafa  Rajpar Bs </a:t>
            </a:r>
            <a:r>
              <a:rPr lang="en-US" dirty="0" err="1" smtClean="0"/>
              <a:t>cs</a:t>
            </a:r>
            <a:r>
              <a:rPr lang="en-US" dirty="0" smtClean="0"/>
              <a:t> IBA</a:t>
            </a:r>
            <a:endParaRPr lang="en-US" dirty="0"/>
          </a:p>
        </p:txBody>
      </p:sp>
      <p:sp>
        <p:nvSpPr>
          <p:cNvPr id="7" name="AutoShape 6" descr="Understanding Docker Images and Containers - NashTech Blo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Understanding Docker Images and Containers - NashTech Blo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Top 20 Essential Docker Command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733800"/>
            <a:ext cx="35814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3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057400"/>
            <a:ext cx="44196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86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7010400" cy="4800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5065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25" y="1828800"/>
            <a:ext cx="442595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954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8580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40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2339975"/>
            <a:ext cx="4635500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077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057400"/>
            <a:ext cx="5105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 Docker image is like a </a:t>
            </a:r>
            <a:r>
              <a:rPr lang="en-US" sz="2000" b="1" dirty="0" smtClean="0"/>
              <a:t>recipe or blueprint</a:t>
            </a:r>
            <a:r>
              <a:rPr lang="en-US" sz="2000" dirty="0" smtClean="0"/>
              <a:t> that contains everything needed to run an application, but it is not running by itself. A Docker container is the </a:t>
            </a:r>
            <a:r>
              <a:rPr lang="en-US" sz="2000" b="1" dirty="0" smtClean="0"/>
              <a:t>actual running instance</a:t>
            </a:r>
            <a:r>
              <a:rPr lang="en-US" sz="2000" dirty="0" smtClean="0"/>
              <a:t> created from that image. For example, a MySQL image is just the setup, while a MySQL container is the working database you can use. In simple words, the image is the plan, and the container is the real working application.</a:t>
            </a:r>
          </a:p>
          <a:p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752600" y="762000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Real Life Example:</a:t>
            </a:r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37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7620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fundamental workflow of Docker.</a:t>
            </a:r>
            <a:endParaRPr lang="en-US" sz="28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27583"/>
            <a:ext cx="3962400" cy="35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2947" y="1570965"/>
            <a:ext cx="472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Dockerfile</a:t>
            </a:r>
            <a:r>
              <a:rPr lang="en-US" b="1" dirty="0"/>
              <a:t>:</a:t>
            </a:r>
            <a:r>
              <a:rPr lang="en-US" dirty="0"/>
              <a:t> It is a text file with instructions (a recipe) that tells Docker how to build your app environment.</a:t>
            </a:r>
          </a:p>
          <a:p>
            <a:r>
              <a:rPr lang="en-US" i="1" dirty="0"/>
              <a:t>Example:</a:t>
            </a:r>
            <a:r>
              <a:rPr lang="en-US" dirty="0"/>
              <a:t> A recipe card that says: "Install Python 3.10, copy app.py, and run it."</a:t>
            </a:r>
          </a:p>
          <a:p>
            <a:r>
              <a:rPr lang="en-US" b="1" dirty="0"/>
              <a:t>Docker Image:</a:t>
            </a:r>
            <a:r>
              <a:rPr lang="en-US" dirty="0"/>
              <a:t> It is a read-only, frozen package (a cake mix) created from the </a:t>
            </a:r>
            <a:r>
              <a:rPr lang="en-US" dirty="0" err="1"/>
              <a:t>Dockerfile</a:t>
            </a:r>
            <a:r>
              <a:rPr lang="en-US" dirty="0"/>
              <a:t> that contains everything your app needs to run.</a:t>
            </a:r>
          </a:p>
          <a:p>
            <a:r>
              <a:rPr lang="en-US" i="1" dirty="0"/>
              <a:t>Example:</a:t>
            </a:r>
            <a:r>
              <a:rPr lang="en-US" dirty="0"/>
              <a:t> A boxed cake mix sitting on a shelf, ready to be used anytime, anywhere.</a:t>
            </a:r>
          </a:p>
          <a:p>
            <a:r>
              <a:rPr lang="en-US" b="1" dirty="0"/>
              <a:t>Docker Container:</a:t>
            </a:r>
            <a:r>
              <a:rPr lang="en-US" dirty="0"/>
              <a:t> It is the live, running instance (the actual cake) created from the image that users can interact with.</a:t>
            </a:r>
          </a:p>
          <a:p>
            <a:r>
              <a:rPr lang="en-US" i="1" dirty="0"/>
              <a:t>Example:</a:t>
            </a:r>
            <a:r>
              <a:rPr lang="en-US" dirty="0"/>
              <a:t> The baked cake out of the oven, ready to be eaten.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678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58</TotalTime>
  <Words>232</Words>
  <Application>Microsoft Office PowerPoint</Application>
  <PresentationFormat>On-screen Show (4:3)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BlackTie</vt:lpstr>
      <vt:lpstr>Docker Images And Docker Containerization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Images And Docker Containerization</dc:title>
  <dc:creator>A.J Compute's</dc:creator>
  <cp:lastModifiedBy>A.J Compute's</cp:lastModifiedBy>
  <cp:revision>13</cp:revision>
  <dcterms:created xsi:type="dcterms:W3CDTF">2026-06-12T10:42:40Z</dcterms:created>
  <dcterms:modified xsi:type="dcterms:W3CDTF">2026-06-12T11:41:17Z</dcterms:modified>
</cp:coreProperties>
</file>